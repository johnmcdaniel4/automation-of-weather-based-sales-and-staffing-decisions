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Inter ExtraBold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22" Type="http://schemas.openxmlformats.org/officeDocument/2006/relationships/font" Target="fonts/InterExtraBold-bold.fntdata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InterExtraBol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7cf68d7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7cf68d7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6dc00fcd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6dc00fcd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e7cf68d7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e7cf68d7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e7cf68d7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e7cf68d7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fb7b9182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fb7b9182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fb7b9182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fb7b9182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fb7b9182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fb7b9182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fb7b9182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fb7b9182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fb7b9182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fb7b9182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e7cf68d7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e7cf68d7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e7cf68d7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e7cf68d7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idx="4294967295" type="ctrTitle"/>
          </p:nvPr>
        </p:nvSpPr>
        <p:spPr>
          <a:xfrm>
            <a:off x="311708" y="1346200"/>
            <a:ext cx="8520600" cy="2938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chemeClr val="lt1"/>
                </a:solidFill>
              </a:rPr>
              <a:t>Automation of Weather-Based Sales and Staffing Decisions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</a:rPr>
              <a:t>John McDaniel</a:t>
            </a:r>
            <a:endParaRPr b="1" sz="6000">
              <a:solidFill>
                <a:schemeClr val="lt1"/>
              </a:solidFill>
            </a:endParaRPr>
          </a:p>
        </p:txBody>
      </p:sp>
      <p:pic>
        <p:nvPicPr>
          <p:cNvPr id="83" name="Google Shape;8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>
            <p:ph idx="4294967295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AI Automation | Project 5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>
            <p:ph type="ctrTitle"/>
          </p:nvPr>
        </p:nvSpPr>
        <p:spPr>
          <a:xfrm>
            <a:off x="87925" y="22785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Problem</a:t>
            </a:r>
            <a:endParaRPr sz="40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0" name="Google Shape;90;p29"/>
          <p:cNvSpPr txBox="1"/>
          <p:nvPr>
            <p:ph idx="1" type="subTitle"/>
          </p:nvPr>
        </p:nvSpPr>
        <p:spPr>
          <a:xfrm>
            <a:off x="247175" y="1169250"/>
            <a:ext cx="8520600" cy="3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Beachside coffee &amp; ice cream kiosk in Miami is highly affected by fast-changing coastal weather</a:t>
            </a:r>
            <a:b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Hot, humid mornings drive higher iced coffee and gelato sales</a:t>
            </a:r>
            <a:b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Windy days reduce beach traffic but increase local comfort-food purchases</a:t>
            </a:r>
            <a:b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Manager currently checks weather manually, causing delays and inefficiency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0"/>
          <p:cNvSpPr txBox="1"/>
          <p:nvPr>
            <p:ph type="ctrTitle"/>
          </p:nvPr>
        </p:nvSpPr>
        <p:spPr>
          <a:xfrm>
            <a:off x="123750" y="15615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Solution</a:t>
            </a:r>
            <a:endParaRPr sz="4000">
              <a:solidFill>
                <a:schemeClr val="l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6" name="Google Shape;96;p30"/>
          <p:cNvSpPr txBox="1"/>
          <p:nvPr>
            <p:ph idx="1" type="subTitle"/>
          </p:nvPr>
        </p:nvSpPr>
        <p:spPr>
          <a:xfrm>
            <a:off x="247175" y="1061725"/>
            <a:ext cx="8520600" cy="402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Automatically fetch Miami’s daily weather forecast at 7:00 AM</a:t>
            </a:r>
            <a:b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AI to analyze the forecast and generate:</a:t>
            </a:r>
            <a:b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Product mix recommendations (hot drinks, cold drinks, gelato, pastries)</a:t>
            </a:r>
            <a:b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Staffing suggestions based on expected conditions</a:t>
            </a:r>
            <a:b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Two short, weather-based customer promo messages</a:t>
            </a:r>
            <a:b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Email the manager a friendly daily summary</a:t>
            </a:r>
            <a:b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Optional: Send special alerts for severe weather (over 91°F, heavy rain, or storms)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30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</a:rPr>
              <a:t>Zapier Workflow Diagram</a:t>
            </a:r>
            <a:endParaRPr b="1" sz="4000">
              <a:solidFill>
                <a:schemeClr val="lt1"/>
              </a:solidFill>
            </a:endParaRPr>
          </a:p>
        </p:txBody>
      </p:sp>
      <p:pic>
        <p:nvPicPr>
          <p:cNvPr id="103" name="Google Shape;103;p31" title="Zapier Automation Screenshot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662" y="1132525"/>
            <a:ext cx="4077024" cy="37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2"/>
          <p:cNvSpPr txBox="1"/>
          <p:nvPr>
            <p:ph type="ctrTitle"/>
          </p:nvPr>
        </p:nvSpPr>
        <p:spPr>
          <a:xfrm>
            <a:off x="96875" y="2837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</a:rPr>
              <a:t>Workflow In Action (Schedule)</a:t>
            </a:r>
            <a:endParaRPr b="1" sz="4000">
              <a:solidFill>
                <a:schemeClr val="lt1"/>
              </a:solidFill>
            </a:endParaRPr>
          </a:p>
        </p:txBody>
      </p:sp>
      <p:pic>
        <p:nvPicPr>
          <p:cNvPr id="109" name="Google Shape;109;p32" title="Zapier Scheduler Screenshot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0725" y="1169188"/>
            <a:ext cx="3952875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3"/>
          <p:cNvSpPr txBox="1"/>
          <p:nvPr>
            <p:ph type="ctrTitle"/>
          </p:nvPr>
        </p:nvSpPr>
        <p:spPr>
          <a:xfrm>
            <a:off x="96875" y="2837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</a:rPr>
              <a:t>Workflow In Action (Webhooks)</a:t>
            </a:r>
            <a:endParaRPr b="1" sz="4000">
              <a:solidFill>
                <a:schemeClr val="lt1"/>
              </a:solidFill>
            </a:endParaRPr>
          </a:p>
        </p:txBody>
      </p:sp>
      <p:pic>
        <p:nvPicPr>
          <p:cNvPr id="115" name="Google Shape;115;p33" title="Zapier Webhooks Screenshot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6023" y="951725"/>
            <a:ext cx="2288275" cy="394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4"/>
          <p:cNvSpPr txBox="1"/>
          <p:nvPr>
            <p:ph type="ctrTitle"/>
          </p:nvPr>
        </p:nvSpPr>
        <p:spPr>
          <a:xfrm>
            <a:off x="96875" y="2837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</a:rPr>
              <a:t>Workflow In Action (Gemini)</a:t>
            </a:r>
            <a:endParaRPr b="1" sz="4000">
              <a:solidFill>
                <a:schemeClr val="lt1"/>
              </a:solidFill>
            </a:endParaRPr>
          </a:p>
        </p:txBody>
      </p:sp>
      <p:pic>
        <p:nvPicPr>
          <p:cNvPr id="121" name="Google Shape;121;p34" title="Zapier Gemini Screenshot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3175" y="1048275"/>
            <a:ext cx="2527825" cy="399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5"/>
          <p:cNvSpPr txBox="1"/>
          <p:nvPr>
            <p:ph type="ctrTitle"/>
          </p:nvPr>
        </p:nvSpPr>
        <p:spPr>
          <a:xfrm>
            <a:off x="96875" y="2837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</a:rPr>
              <a:t>Workflow In Action (Formatter)</a:t>
            </a:r>
            <a:endParaRPr b="1" sz="4000">
              <a:solidFill>
                <a:schemeClr val="lt1"/>
              </a:solidFill>
            </a:endParaRPr>
          </a:p>
        </p:txBody>
      </p:sp>
      <p:pic>
        <p:nvPicPr>
          <p:cNvPr id="127" name="Google Shape;127;p35" title="Zapier Formatter Screenshot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063" y="985025"/>
            <a:ext cx="4086225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6"/>
          <p:cNvSpPr txBox="1"/>
          <p:nvPr>
            <p:ph type="ctrTitle"/>
          </p:nvPr>
        </p:nvSpPr>
        <p:spPr>
          <a:xfrm>
            <a:off x="96875" y="2837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</a:rPr>
              <a:t>Workflow In Action (Gmail)</a:t>
            </a:r>
            <a:endParaRPr b="1" sz="4000">
              <a:solidFill>
                <a:schemeClr val="lt1"/>
              </a:solidFill>
            </a:endParaRPr>
          </a:p>
        </p:txBody>
      </p:sp>
      <p:pic>
        <p:nvPicPr>
          <p:cNvPr id="133" name="Google Shape;133;p36" title="Zapier Gmail Screenshot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725" y="994500"/>
            <a:ext cx="2374700" cy="40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7"/>
          <p:cNvSpPr txBox="1"/>
          <p:nvPr>
            <p:ph type="ctrTitle"/>
          </p:nvPr>
        </p:nvSpPr>
        <p:spPr>
          <a:xfrm>
            <a:off x="96875" y="2837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</a:rPr>
              <a:t>Workflow In Action (Gmail)</a:t>
            </a:r>
            <a:endParaRPr b="1" sz="4000">
              <a:solidFill>
                <a:schemeClr val="lt1"/>
              </a:solidFill>
            </a:endParaRPr>
          </a:p>
        </p:txBody>
      </p:sp>
      <p:pic>
        <p:nvPicPr>
          <p:cNvPr id="139" name="Google Shape;139;p37" title="Gmail Message Screenshot 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875" y="1084125"/>
            <a:ext cx="8968226" cy="27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8"/>
          <p:cNvSpPr txBox="1"/>
          <p:nvPr>
            <p:ph type="ctrTitle"/>
          </p:nvPr>
        </p:nvSpPr>
        <p:spPr>
          <a:xfrm>
            <a:off x="96875" y="33980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</a:rPr>
              <a:t>Benefits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45" name="Google Shape;145;p38"/>
          <p:cNvSpPr/>
          <p:nvPr/>
        </p:nvSpPr>
        <p:spPr>
          <a:xfrm>
            <a:off x="228600" y="1375825"/>
            <a:ext cx="2722200" cy="3539100"/>
          </a:xfrm>
          <a:prstGeom prst="snip2DiagRect">
            <a:avLst>
              <a:gd fmla="val 0" name="adj1"/>
              <a:gd fmla="val 921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A1A1A"/>
                </a:solidFill>
              </a:rPr>
              <a:t>1.</a:t>
            </a:r>
            <a:endParaRPr sz="22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A1A1A"/>
                </a:solidFill>
              </a:rPr>
              <a:t>Saves time and reduces manual effort by automating daily weather checks </a:t>
            </a:r>
            <a:r>
              <a:rPr lang="en" sz="1900">
                <a:solidFill>
                  <a:srgbClr val="1A1A1A"/>
                </a:solidFill>
              </a:rPr>
              <a:t>and</a:t>
            </a:r>
            <a:r>
              <a:rPr lang="en" sz="1900">
                <a:solidFill>
                  <a:srgbClr val="1A1A1A"/>
                </a:solidFill>
              </a:rPr>
              <a:t> planning</a:t>
            </a:r>
            <a:endParaRPr sz="1900">
              <a:solidFill>
                <a:srgbClr val="1A1A1A"/>
              </a:solidFill>
            </a:endParaRPr>
          </a:p>
        </p:txBody>
      </p:sp>
      <p:sp>
        <p:nvSpPr>
          <p:cNvPr id="146" name="Google Shape;146;p38"/>
          <p:cNvSpPr/>
          <p:nvPr/>
        </p:nvSpPr>
        <p:spPr>
          <a:xfrm>
            <a:off x="3209550" y="1375825"/>
            <a:ext cx="2724900" cy="35391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1A1A1A"/>
                </a:solidFill>
              </a:rPr>
              <a:t>2.</a:t>
            </a:r>
            <a:endParaRPr sz="2200">
              <a:solidFill>
                <a:srgbClr val="1A1A1A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1A1A1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A1A1A"/>
                </a:solidFill>
              </a:rPr>
              <a:t>Improves sales and customer engagement with weather-optimized product mixes and promotions</a:t>
            </a:r>
            <a:endParaRPr sz="2100">
              <a:solidFill>
                <a:srgbClr val="1A1A1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47" name="Google Shape;147;p38"/>
          <p:cNvSpPr/>
          <p:nvPr/>
        </p:nvSpPr>
        <p:spPr>
          <a:xfrm>
            <a:off x="6193200" y="1375825"/>
            <a:ext cx="2724900" cy="3517800"/>
          </a:xfrm>
          <a:prstGeom prst="snip1Rect">
            <a:avLst>
              <a:gd fmla="val 96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1A1A1A"/>
                </a:solidFill>
              </a:rPr>
              <a:t>3.</a:t>
            </a:r>
            <a:endParaRPr sz="2200">
              <a:solidFill>
                <a:srgbClr val="1A1A1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1A1A1A"/>
                </a:solidFill>
              </a:rPr>
              <a:t>Enhances staffing efficiency and preparedness, especially during extreme or changing weather conditions</a:t>
            </a:r>
            <a:endParaRPr sz="1900">
              <a:solidFill>
                <a:srgbClr val="1A1A1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9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Challenges &amp; Improvements</a:t>
            </a:r>
            <a:endParaRPr sz="400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4" name="Google Shape;154;p39"/>
          <p:cNvSpPr txBox="1"/>
          <p:nvPr/>
        </p:nvSpPr>
        <p:spPr>
          <a:xfrm>
            <a:off x="247175" y="1331300"/>
            <a:ext cx="8651700" cy="3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What worked well: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Clear automation goals tied directly to real business needs (sales, staffing, promotions)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Effective use of weather data + AI to turn forecasts into actionable decisions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Simple daily email delivery that fits naturally into the manager’s routine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Improvements made with more time or tools: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Integrate historical sales data to make recommendations more accurate over time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Add real-time or intraday weather updates to adjust plans dynamically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Expand alerts and promos to additional channels (SMS, POS display, social media)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